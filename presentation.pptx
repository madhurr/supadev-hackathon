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Helvetica Neue"/>
              </a:defRPr>
            </a:pPr>
            <a:r>
              <a:t>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SupaDev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6B6D4"/>
                </a:solidFill>
                <a:latin typeface="Helvetica Neue"/>
              </a:defRPr>
            </a:pPr>
            <a:r>
              <a:t>AI-Powered Agentic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Helvetica Neue"/>
              </a:defRPr>
            </a:pPr>
            <a:r>
              <a:t>for Bharat's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Helvetica Neue"/>
              </a:defRPr>
            </a:pPr>
            <a:r>
              <a:t>AI for Bharat Hackathon  |  Track: AI for Learning &amp; Developer 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Madhur Jain  •  iOS Developer  •  github.com/Madhurr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🔥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6B6D4"/>
                </a:solidFill>
                <a:latin typeface="Helvetica Neue"/>
              </a:defRPr>
            </a:pPr>
            <a:r>
              <a:t>Indian developers are drowning in tool fragmentation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🔀  Devs juggle 5-8 tools daily — editor, terminal, Git, AI chat, debugger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⏱️  40% productivity lost to context switching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🤖  No IDE has autonomous multi-agent pipelines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💰  Cursor $20/mo, Copilot $19/mo — unaffordable for Indian students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🌐  All AI IDEs need cloud — problematic with India's 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Scale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🎓  1.5M+ CS graduates in India annually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👨‍💻  5M+ junior developers struggling with tooling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🏙️  Tier 2/3 city devs lack mentorship access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🚀  2M+ freelancers need productivity tools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Helvetica Neue"/>
              </a:defRPr>
            </a:pPr>
            <a:r>
              <a:t>📊  India's developer population: 9M+ (growing 20% YoY)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✨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6B6D4"/>
                </a:solidFill>
                <a:latin typeface="Helvetica Neue"/>
              </a:defRPr>
            </a:pPr>
            <a:r>
              <a:t>One IDE. Multiple AI Agents. Zero context switching.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Helvetica Neue"/>
              </a:defRPr>
            </a:pPr>
            <a: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Helvetica Neue"/>
              </a:defRPr>
            </a:pPr>
            <a:r>
              <a:t>Full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Helvetica Neue"/>
              </a:defRPr>
            </a:pPr>
            <a:r>
              <a:t>Editor, terminal, Git, debugger</a:t>
            </a:r>
            <a:br/>
            <a:r>
              <a:t>35+ languages, 14 themes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011680"/>
            <a:ext cx="34747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Helvetica Neue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Helvetica Neue"/>
              </a:defRPr>
            </a:pPr>
            <a:r>
              <a:t>AI-Native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Helvetica Neue"/>
              </a:defRPr>
            </a:pPr>
            <a:r>
              <a:t>Ghost completions, ⌘K bar</a:t>
            </a:r>
            <a:br/>
            <a:r>
              <a:t>Error fix, smart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Helvetica Neue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Helvetica Neue"/>
              </a:defRPr>
            </a:pPr>
            <a:r>
              <a:t>Agentic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Helvetica Neue"/>
              </a:defRPr>
            </a:pPr>
            <a:r>
              <a:t>6-stage autonomous agents</a:t>
            </a:r>
            <a:br/>
            <a:r>
              <a:t>Research → Code →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🤖 Agentic Pipeline — 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Helvetica Neue"/>
              </a:defRPr>
            </a:pPr>
            <a:r>
              <a:t>No other IDE does this — autonomous multi-agent coding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Finds best</a:t>
            </a:r>
            <a:br/>
            <a:r>
              <a:t>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Designs</a:t>
            </a:r>
            <a:br/>
            <a: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Writes actual</a:t>
            </a:r>
            <a:br/>
            <a: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Auto-build</a:t>
            </a:r>
            <a:br/>
            <a:r>
              <a:t>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Reviews</a:t>
            </a:r>
            <a:br/>
            <a: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73736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👨‍💻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Human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926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Approve or</a:t>
            </a:r>
            <a:br/>
            <a:r>
              <a:t>reject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Key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Each agent has a specialized role ("Senior Developer", "Senior QA")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Git worktree isolation — safe parallel work on branches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Max 3 re-iteration rounds — converges on quality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You review code diffs, not babysit the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🧠 AI Features — Not Just Autocomplete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⌨️  Ghost Completions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Context-aware code suggestions</a:t>
            </a:r>
            <a:br/>
            <a:r>
              <a:t>Tab to accept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💬  ⌘K Command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Natural language → code</a:t>
            </a:r>
            <a:br/>
            <a:r>
              <a:t>Modify / Generate / Explain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🔧  AI Error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Build fails → sparkle icon</a:t>
            </a:r>
            <a:br/>
            <a:r>
              <a:t>One-click fix with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📖  Smart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Option+Click → AI docs</a:t>
            </a:r>
            <a:br/>
            <a:r>
              <a:t>Params, types, 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93192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✍️  AI Commit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Reads staged diff</a:t>
            </a:r>
            <a:br/>
            <a:r>
              <a:t>Writes meaningful commits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🎯  Intelligent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Routes to optimal model</a:t>
            </a:r>
            <a:br/>
            <a:r>
              <a:t>Fast / Balanced / Powerful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🛠️ Professional-Grade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Helvetica Neue"/>
              </a:defRPr>
            </a:pPr>
            <a:r>
              <a:t>Not a toy — a full IDE that happens to have AI superpowers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949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Code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Tree-sitter syntax for 35+ languages</a:t>
            </a:r>
            <a:br/>
            <a:r>
              <a:t>91 capture types, 14 premium themes</a:t>
            </a:r>
            <a:br/>
            <a:r>
              <a:t>Minimap, breadcrumbs, line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949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Git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Source control panel, visual commit graph</a:t>
            </a:r>
            <a:br/>
            <a:r>
              <a:t>Blame with Gravatar, hunk-level staging</a:t>
            </a:r>
            <a:br/>
            <a:r>
              <a:t>Worktree isolation, merge conflict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949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Build &amp;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One-click for Swift/Node/Python/Rust/Go</a:t>
            </a:r>
            <a:br/>
            <a:r>
              <a:t>Xcode-style title bar controls</a:t>
            </a:r>
            <a:br/>
            <a:r>
              <a:t>Scheme &amp; simulator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94960" cy="2103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LLDB integration — breakpoints</a:t>
            </a:r>
            <a:br/>
            <a:r>
              <a:t>Step over/into/out, variable tree</a:t>
            </a:r>
            <a:br/>
            <a:r>
              <a:t>Call stack, debug console REPL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🇮🇳 Impact on Bharat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  <a:latin typeface="Helvetica Neue"/>
              </a:defRPr>
            </a:pPr>
            <a:r>
              <a:t>Democratizing world-class development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1.5M CS Students/yr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AI agents teach while building —</a:t>
            </a:r>
            <a:br/>
            <a:r>
              <a:t>like having a senior mentor 24/7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6517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Tier 2/3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Professional IDE + AI guidance,</a:t>
            </a:r>
            <a:br/>
            <a:r>
              <a:t>no expensive subscription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517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2M+ Freelancers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3-5x productivity — deliver</a:t>
            </a:r>
            <a:br/>
            <a:r>
              <a:t>client projects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6517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Ship like a 10-person team</a:t>
            </a:r>
            <a:br/>
            <a:r>
              <a:t>with just 2-3 engineers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Helvetica Neue"/>
              </a:defRPr>
            </a:pPr>
            <a:r>
              <a:t>Privacy-First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🔒  All code stays local — never uploaded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🔑  Your API keys, your machine, your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🌐  Gateway runs on localhost — no cloud dependency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💰  Open-source core + bring your own AI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🏗️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Helvetica Neue"/>
              </a:defRPr>
            </a:pPr>
            <a:r>
              <a:t>SupaDev IDE (SwiftUI Native)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📦 Code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📦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📦 Source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📦 Pipeline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9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📦 AI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108960"/>
            <a:ext cx="594360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Helvetica Neue"/>
              </a:defRPr>
            </a:pPr>
            <a:r>
              <a:t>VaultBot Gateway (Node.js)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⚙️ Intelligent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⚙️ Agent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⚙️ WebSocket RPC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937760"/>
            <a:ext cx="59436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Helvetica Neue"/>
              </a:defRPr>
            </a:pPr>
            <a:r>
              <a:t>AI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Helvetica Neue"/>
              </a:defRPr>
            </a:pPr>
            <a:r>
              <a:t>🔮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Helvetica Neue"/>
              </a:defRPr>
            </a:pPr>
            <a:r>
              <a:t>🔮 GPT-4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Helvetica Neue"/>
              </a:defRPr>
            </a:pPr>
            <a:r>
              <a:t>🔮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Helvetica Neue"/>
              </a:defRPr>
            </a:pPr>
            <a:r>
              <a:t>🔮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Helvetica Neue"/>
              </a:defRPr>
            </a:pPr>
            <a:r>
              <a:t>🔮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Stack: SwiftUI + AppKit  |  Tree-sitter (35 grammars)  |  SwiftData  |  WebSocket JSON-RPC  |  LLDB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☁️ AWS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🧠  Amazon Bedrock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Multi-model AI access</a:t>
            </a:r>
            <a:br/>
            <a:r>
              <a:t>Claude, Llama for agent pipelines</a:t>
            </a:r>
            <a:br/>
            <a:r>
              <a:t>Intelligent model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28016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463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⚡  AWS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Serverless agent execution</a:t>
            </a:r>
            <a:br/>
            <a:r>
              <a:t>Scale pipelines on demand</a:t>
            </a:r>
            <a:br/>
            <a:r>
              <a:t>Pay only when agents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📦  Amazon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Pipeline artifact storage</a:t>
            </a:r>
            <a:br/>
            <a:r>
              <a:t>Staging snapshots</a:t>
            </a:r>
            <a:br/>
            <a:r>
              <a:t>Code backup &amp; versioning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🚀  AWS CodePipeline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199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One-click deployment</a:t>
            </a:r>
            <a:br/>
            <a:r>
              <a:t>from IDE to production</a:t>
            </a:r>
            <a:br/>
            <a:r>
              <a:t>CI/CD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840479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0233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🔐  Amazon Cognito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57199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User authentication</a:t>
            </a:r>
            <a:br/>
            <a:r>
              <a:t>for cloud collaboration</a:t>
            </a:r>
            <a:br/>
            <a:r>
              <a:t>Team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840479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Helvetica Neue"/>
              </a:defRPr>
            </a:pPr>
            <a:r>
              <a:t>📊  CloudWatch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57199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Pipeline success metrics</a:t>
            </a:r>
            <a:br/>
            <a:r>
              <a:t>Model usage analytics</a:t>
            </a:r>
            <a:br/>
            <a:r>
              <a:t>Performance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✅ What We've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0B981"/>
                </a:solidFill>
                <a:latin typeface="Helvetica Neue"/>
              </a:defRPr>
            </a:pPr>
            <a:r>
              <a:t>This is working software — not a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50,000+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Lines of Swift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35+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Editor Themes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Pipeline Stages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1645920"/>
            <a:ext cx="173736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17373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Helvetica Neue"/>
              </a:defRPr>
            </a:pPr>
            <a:r>
              <a:t>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Helvetica Neue"/>
              </a:defRPr>
            </a:pPr>
            <a:r>
              <a:t>Syntax Captures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6-stage agentic pipeline — tested 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3 AI features — completions, ⌘K bar, error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Full Git suite — source control, graph, blame, worktrees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LLDB debugger — breakpoints, variable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Code review — dedicated syntax-highlighted review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iOS companion app — 11 files, ~4K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Privacy-first — all local, no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✅ 14 premium themes — Xcode Dark to Synthwave '84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📈 Business Model &amp; Go-to-Market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₹0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Full IDE</a:t>
            </a:r>
            <a:br/>
            <a:r>
              <a:t>50 AI queries/day</a:t>
            </a:r>
            <a:br/>
            <a:r>
              <a:t>Community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28016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Helvetica Neue"/>
              </a:defRPr>
            </a:pPr>
            <a: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₹800/mo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Unlimited AI</a:t>
            </a:r>
            <a:br/>
            <a:r>
              <a:t>Agentic pipelines</a:t>
            </a:r>
            <a:br/>
            <a:r>
              <a:t>Priority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Helvetica Neue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₹2000/user/mo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Helvetica Neue"/>
              </a:defRPr>
            </a:pPr>
            <a:r>
              <a:t>Shared pipelines</a:t>
            </a:r>
            <a:br/>
            <a:r>
              <a:t>Collaboration</a:t>
            </a:r>
            <a:br/>
            <a:r>
              <a:t>Cloud 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Helvetica Neue"/>
              </a:defRPr>
            </a:pPr>
            <a:r>
              <a:t>Go-to-Market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1. Open-source core → build developer community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2. Target Indian dev meetups &amp; college hackathons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3. Partner with 100+ coding bootcamps in 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4. AWS Marketplace listing for enterprise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5. Content marketing on Dev.to, YouTube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Helvetica Neue"/>
              </a:defRPr>
            </a:pPr>
            <a:r>
              <a:t>TAM: 9M+ developers in India (20% YoY growth)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🚀 Roadmap &amp;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6517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Helvetica Neue"/>
              </a:defRPr>
            </a:pPr>
            <a:r>
              <a:t>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macOS beta release</a:t>
            </a:r>
            <a:br/>
            <a:r>
              <a:t>10K early adopters</a:t>
            </a:r>
            <a:br/>
            <a:r>
              <a:t>Plugin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26517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iOS companion</a:t>
            </a:r>
            <a:br/>
            <a:r>
              <a:t>Linux support</a:t>
            </a:r>
            <a:br/>
            <a:r>
              <a:t>SourceKit-LSP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26517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Helvetica Neue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Team features</a:t>
            </a:r>
            <a:br/>
            <a:r>
              <a:t>Cloud deploy</a:t>
            </a:r>
            <a:br/>
            <a:r>
              <a:t>AWS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280160"/>
            <a:ext cx="26517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Helvetica Neue"/>
              </a:defRPr>
            </a:pPr>
            <a: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Helvetica Neue"/>
              </a:defRPr>
            </a:pPr>
            <a:r>
              <a:t>Enterprise tier</a:t>
            </a:r>
            <a:br/>
            <a:r>
              <a:t>On-premise AI</a:t>
            </a:r>
            <a:br/>
            <a:r>
              <a:t>Voice 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9418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206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"Make every developer in Bharat as productive as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Helvetica Neue"/>
              </a:defRPr>
            </a:pPr>
            <a:r>
              <a:t>10x engineer — powered by AI agents that understand,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Helvetica Neue"/>
              </a:defRPr>
            </a:pPr>
            <a:r>
              <a:t>build, and ship alongside you."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SupaDev: Your AI. Your Code. Your Superpower.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